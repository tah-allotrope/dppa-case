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727E"/>
                </a:solidFill>
                <a:latin typeface="Arial"/>
              </a:rPr>
              <a:t>DPPA settlement: the overlap and the price clamp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95959"/>
                </a:solidFill>
                <a:latin typeface="Arial"/>
              </a:rPr>
              <a:t>New TOU bands (Decision 963) + load/solar/matched + FMP vs strike</a:t>
            </a:r>
          </a:p>
        </p:txBody>
      </p:sp>
      <p:pic>
        <p:nvPicPr>
          <p:cNvPr id="4" name="Picture 3" descr="cfd-consolidated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187" y="1078992"/>
            <a:ext cx="7349624" cy="3904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82896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8909C"/>
                </a:solidFill>
                <a:latin typeface="Arial"/>
              </a:rPr>
              <a:t>Illustrative balanced day · strike 2,000 · FMP ~1,700 avg (NSMO/ERAV not public) · mirrors dppa-case.web.app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